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LiveDoc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Real-Time Intelligent Document Digitizer</a:t>
            </a:r>
          </a:p>
          <a:p>
            <a:r>
              <a:t>Project Overview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&amp; Core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Traditional scanning simply converts a physical document into an image or PDF.</a:t>
            </a:r>
          </a:p>
          <a:p>
            <a:pPr/>
            <a:r>
              <a:t>LiveDoc aims to move beyond conventional document scanning.</a:t>
            </a:r>
          </a:p>
          <a:p>
            <a:pPr/>
            <a:r>
              <a:t>Core Goal: Move from 'scanning a document' to 'understanding and digitizing a document.'</a:t>
            </a:r>
          </a:p>
          <a:p>
            <a:pPr/>
            <a:r>
              <a:t>A typical document is not merely an image, it contains:</a:t>
            </a:r>
          </a:p>
          <a:p>
            <a:pPr lvl="1"/>
            <a:r>
              <a:t>Headings, Paragraphs, Tables</a:t>
            </a:r>
          </a:p>
          <a:p>
            <a:pPr lvl="1"/>
            <a:r>
              <a:t>Diagrams, Charts, Images</a:t>
            </a:r>
          </a:p>
          <a:p>
            <a:pPr lvl="1"/>
            <a:r>
              <a:t>Metadata and visual layouts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Existing Systems vs. LiveDoc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Conventional Approach:</a:t>
            </a:r>
          </a:p>
          <a:p>
            <a:pPr lvl="1"/>
            <a:r>
              <a:t>Physical Document -&gt; Image -&gt; PDF or OCR Text</a:t>
            </a:r>
          </a:p>
          <a:p>
            <a:pPr lvl="1"/>
            <a:r>
              <a:t>Primarily preserves the visual representation of a page.</a:t>
            </a:r>
          </a:p>
          <a:p>
            <a:pPr/>
            <a:r>
              <a:t>LiveDoc Proposed Approach:</a:t>
            </a:r>
          </a:p>
          <a:p>
            <a:pPr lvl="1"/>
            <a:r>
              <a:t>Physical Document -&gt; Live Camera -&gt; Document Detection</a:t>
            </a:r>
          </a:p>
          <a:p>
            <a:pPr lvl="1"/>
            <a:r>
              <a:t>Best Frame Selection -&gt; Perspective Correction</a:t>
            </a:r>
          </a:p>
          <a:p>
            <a:pPr lvl="1"/>
            <a:r>
              <a:t>Document Analysis (Text, Tables, Diagrams, Images)</a:t>
            </a:r>
          </a:p>
          <a:p>
            <a:pPr lvl="1"/>
            <a:r>
              <a:t>Structured Digital Document</a:t>
            </a:r>
          </a:p>
          <a:p>
            <a:pPr/>
            <a:r>
              <a:t>LiveDoc integrates intelligent capture, extraction, and validation.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Real-Time Camera 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LiveDoc uses a live camera feed rather than a static image.</a:t>
            </a:r>
          </a:p>
          <a:p>
            <a:pPr/>
            <a:r>
              <a:t>Real-Time Checks:</a:t>
            </a:r>
          </a:p>
          <a:p>
            <a:pPr lvl="1"/>
            <a:r>
              <a:t>Document Detection: Where is the document? Is it fully visible?</a:t>
            </a:r>
          </a:p>
          <a:p>
            <a:pPr lvl="1"/>
            <a:r>
              <a:t>Position Analysis: Guidance to move left/right, closer, or hold steady.</a:t>
            </a:r>
          </a:p>
          <a:p>
            <a:pPr lvl="1"/>
            <a:r>
              <a:t>Quality Analysis: Checks for blur, lighting, glare, and stability.</a:t>
            </a:r>
          </a:p>
          <a:p>
            <a:pPr/>
            <a:r>
              <a:t>Best Frame Selection:</a:t>
            </a:r>
          </a:p>
          <a:p>
            <a:pPr lvl="1"/>
            <a:r>
              <a:t>Continuously evaluates frames.</a:t>
            </a:r>
          </a:p>
          <a:p>
            <a:pPr lvl="1"/>
            <a:r>
              <a:t>Answers: 'Is this frame good enough to digitize?'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System Pipeline (Capture Phase)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complete pipeline is divided into logical steps.</a:t>
            </a:r>
          </a:p>
          <a:p>
            <a:pPr/>
            <a:r>
              <a:t>1. Live Camera Feed</a:t>
            </a:r>
          </a:p>
          <a:p>
            <a:pPr/>
            <a:r>
              <a:t>2. Document Detection</a:t>
            </a:r>
          </a:p>
          <a:p>
            <a:pPr/>
            <a:r>
              <a:t>3. Position &amp; Boundary Detection</a:t>
            </a:r>
          </a:p>
          <a:p>
            <a:pPr/>
            <a:r>
              <a:t>4. Quality / Stability Check</a:t>
            </a:r>
          </a:p>
          <a:p>
            <a:pPr/>
            <a:r>
              <a:t>5. Best Frame Selection</a:t>
            </a:r>
          </a:p>
          <a:p>
            <a:pPr/>
            <a:r>
              <a:t>6. Perspective Correction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System Pipeline (Understanding Phase)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Once a good frame is captured and corrected:</a:t>
            </a:r>
          </a:p>
          <a:p>
            <a:pPr/>
            <a:r>
              <a:t>7. Image Preprocessing</a:t>
            </a:r>
          </a:p>
          <a:p>
            <a:pPr/>
            <a:r>
              <a:t>8. Document Understanding</a:t>
            </a:r>
          </a:p>
          <a:p>
            <a:pPr lvl="1"/>
            <a:r>
              <a:t>Separating components: Text, Tables, Diagrams, Images</a:t>
            </a:r>
          </a:p>
          <a:p>
            <a:pPr/>
            <a:r>
              <a:t>9. Validation &amp; Verification</a:t>
            </a:r>
          </a:p>
          <a:p>
            <a:pPr/>
            <a:r>
              <a:t>10. Structured Digital Output</a:t>
            </a:r>
          </a:p>
          <a:p>
            <a:pPr/>
            <a:r>
              <a:t>Result: A digitally understandable format rather than just an image.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Validation and Verification Principle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Simply extracting text via OCR is not enough.</a:t>
            </a:r>
          </a:p>
          <a:p>
            <a:pPr/>
            <a:r>
              <a:t>LiveDoc distinguishes between OCR errors and actual inconsistent data.</a:t>
            </a:r>
          </a:p>
          <a:p>
            <a:pPr/>
            <a:r>
              <a:t>Core Principle:</a:t>
            </a:r>
          </a:p>
          <a:p>
            <a:pPr lvl="1"/>
            <a:r>
              <a:t>Extract → Validate → Flag → Preserve Original → Correct Only When Authorized</a:t>
            </a:r>
          </a:p>
          <a:p>
            <a:pPr/>
            <a:r>
              <a:t>The system should not blindly guess and replace values.</a:t>
            </a:r>
          </a:p>
          <a:p>
            <a:pPr/>
            <a:r>
              <a:t>It maintains the integrity of the original document.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Validation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LiveDoc employs several validation mechanisms:</a:t>
            </a:r>
          </a:p>
          <a:p>
            <a:pPr lvl="1"/>
            <a:r>
              <a:t>OCR Confidence: Identifies uncertain text.</a:t>
            </a:r>
          </a:p>
          <a:p>
            <a:pPr lvl="1"/>
            <a:r>
              <a:t>Format Validation: Checks expected formats (Dates, IDs, Emails).</a:t>
            </a:r>
          </a:p>
          <a:p>
            <a:pPr lvl="1"/>
            <a:r>
              <a:t>Data-Type Validation: Ensures fields contain correct types (Number vs Text).</a:t>
            </a:r>
          </a:p>
          <a:p>
            <a:pPr lvl="1"/>
            <a:r>
              <a:t>Cross-Field Validation: Example: Quantity × Unit Price = Total.</a:t>
            </a:r>
          </a:p>
          <a:p>
            <a:pPr lvl="1"/>
            <a:r>
              <a:t>Table Consistency: Checks relationships in rows/columns.</a:t>
            </a:r>
          </a:p>
          <a:p>
            <a:pPr/>
            <a:r>
              <a:t>Uncertainty Handling: Requires verification instead of silent guessing.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Separation of Responsibilities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system is divided into functional layers:</a:t>
            </a:r>
          </a:p>
          <a:p>
            <a:pPr/>
            <a:r>
              <a:t>Layer 1: Camera (Provides live frames)</a:t>
            </a:r>
          </a:p>
          <a:p>
            <a:pPr/>
            <a:r>
              <a:t>Layer 2: Computer Vision (Detection, Geometry, Quality)</a:t>
            </a:r>
          </a:p>
          <a:p>
            <a:pPr/>
            <a:r>
              <a:t>Layer 3: Document Processing (Enhancement, Normalization)</a:t>
            </a:r>
          </a:p>
          <a:p>
            <a:pPr/>
            <a:r>
              <a:t>Layer 4: Document AI / OCR (Text &amp; Layout analysis)</a:t>
            </a:r>
          </a:p>
          <a:p>
            <a:pPr/>
            <a:r>
              <a:t>Layer 5: Validation (Confidence, Format, Logical checks)</a:t>
            </a:r>
          </a:p>
          <a:p>
            <a:pPr/>
            <a:r>
              <a:t>Layer 6: Output (Structured text, JSON, DOCX, separate images)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Basic 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project leverages modern open-source technologies:</a:t>
            </a:r>
          </a:p>
          <a:p>
            <a:pPr lvl="1"/>
            <a:r>
              <a:t>Python: Main development language.</a:t>
            </a:r>
          </a:p>
          <a:p>
            <a:pPr lvl="1"/>
            <a:r>
              <a:t>OpenCV: Camera processing, document detection, and geometric corrections.</a:t>
            </a:r>
          </a:p>
          <a:p>
            <a:pPr lvl="1"/>
            <a:r>
              <a:t>NumPy: Numerical and image-array operations.</a:t>
            </a:r>
          </a:p>
          <a:p>
            <a:pPr lvl="1"/>
            <a:r>
              <a:t>OCR &amp; Document AI: Text detection and layout understanding.</a:t>
            </a:r>
          </a:p>
          <a:p>
            <a:pPr lvl="1"/>
            <a:r>
              <a:t>Output Generation Tools: PDF and JSON generation libraries.</a:t>
            </a:r>
          </a:p>
          <a:p>
            <a:pPr/>
            <a:r>
              <a:t>Note: Focuses on intelligent integration of these tools.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Structured Output Representation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final output represents the semantic structure of the document.</a:t>
            </a:r>
          </a:p>
          <a:p>
            <a:pPr/>
            <a:r>
              <a:t>Instead of one big image, LiveDoc produces:</a:t>
            </a:r>
          </a:p>
          <a:p>
            <a:pPr lvl="1"/>
            <a:r>
              <a:t>Metadata &amp; Title</a:t>
            </a:r>
          </a:p>
          <a:p>
            <a:pPr lvl="1"/>
            <a:r>
              <a:t>Extracted Text Blocks</a:t>
            </a:r>
          </a:p>
          <a:p>
            <a:pPr lvl="1"/>
            <a:r>
              <a:t>Tabular Data</a:t>
            </a:r>
          </a:p>
          <a:p>
            <a:pPr lvl="1"/>
            <a:r>
              <a:t>Independent Images and Diagrams</a:t>
            </a:r>
          </a:p>
          <a:p>
            <a:pPr lvl="1"/>
            <a:r>
              <a:t>Layout and Validation Information</a:t>
            </a:r>
          </a:p>
          <a:p>
            <a:pPr/>
            <a:r>
              <a:t>Stored in formats like JSON or DOCX for downstream processing.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Domain Application: Government Records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LiveDoc is highly applicable to Government Records Digitization.</a:t>
            </a:r>
          </a:p>
          <a:p>
            <a:pPr/>
            <a:r>
              <a:t>Use Cases:</a:t>
            </a:r>
          </a:p>
          <a:p>
            <a:pPr lvl="1"/>
            <a:r>
              <a:t>Digitizing certificates, application forms, and official records.</a:t>
            </a:r>
          </a:p>
          <a:p>
            <a:pPr lvl="1"/>
            <a:r>
              <a:t>Processing administrative documents accurately.</a:t>
            </a:r>
          </a:p>
          <a:p>
            <a:pPr/>
            <a:r>
              <a:t>Why LiveDoc for Government?</a:t>
            </a:r>
          </a:p>
          <a:p>
            <a:pPr lvl="1"/>
            <a:r>
              <a:t>High accuracy required for official records.</a:t>
            </a:r>
          </a:p>
          <a:p>
            <a:pPr lvl="1"/>
            <a:r>
              <a:t>Validation layer ensures data integrity (e.g., flagging inconsistencies).</a:t>
            </a:r>
          </a:p>
          <a:p>
            <a:pPr lvl="1"/>
            <a:r>
              <a:t>Preserves the original printed values while creating searchable digital archives.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